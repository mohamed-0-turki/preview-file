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d="1" embedTrueTypeFont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>
          <p:extLst/>
        </p:nvPr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solidFill>
            <a:schemeClr val="tx1"/>
          </a:solidFill>
        </a:defRPr>
      </a:lvl1pPr>
    </p:titleStyle>
    <p:bodyStyle>
      <a:lvl1pPr marL="0" marR="0" algn="l">
        <a:defRPr sz="2400">
          <a:solidFill>
            <a:schemeClr val="tx1"/>
          </a:solidFill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304800"/>
            <a:ext cx="11277600" cy="1219200"/>
          </a:xfrm>
        </p:spPr>
        <p:txBody>
          <a:bodyPr/>
          <a:lstStyle/>
          <a:p>
            <a:r>
              <a:rPr lang="en-US" sz="4400" b="1">
                <a:solidFill>
                  <a:schemeClr val="tx1"/>
                </a:solidFill>
              </a:rPr>
              <a:t>Previewing PowerPoint files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267200"/>
          </a:xfrm>
        </p:spPr>
        <p:txBody>
          <a:bodyPr/>
          <a:lstStyle/>
          <a:p>
            <a:r>
              <a:rPr lang="en-US" sz="2400">
                <a:solidFill>
                  <a:schemeClr val="tx1"/>
                </a:solidFill>
              </a:rPr>
              <a:t>This deck demonstrates the brand-new presentation preview. Slides keep their layout, colors and text.</a:t>
            </a:r>
          </a:p>
        </p:txBody>
      </p:sp>
      <p:sp>
        <p:nvSpPr>
          <p:cNvPr id="4" name="Accent"/>
          <p:cNvSpPr/>
        </p:nvSpPr>
        <p:spPr>
          <a:solidFill>
            <a:schemeClr val="accent1"/>
          </a:solidFill>
          <a:xfrm>
            <a:off x="8625840" y="304800"/>
            <a:ext cx="106680" cy="6705600"/>
          </a:xfrm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304800"/>
            <a:ext cx="11277600" cy="1219200"/>
          </a:xfrm>
        </p:spPr>
        <p:txBody>
          <a:bodyPr/>
          <a:lstStyle/>
          <a:p>
            <a:r>
              <a:rPr lang="en-US" sz="4400" b="1">
                <a:solidFill>
                  <a:schemeClr val="tx1"/>
                </a:solidFill>
              </a:rPr>
              <a:t>Native slide rendering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267200"/>
          </a:xfrm>
        </p:spPr>
        <p:txBody>
          <a:bodyPr/>
          <a:lstStyle/>
          <a:p>
            <a:r>
              <a:rPr lang="en-US" sz="2400">
                <a:solidFill>
                  <a:schemeClr val="tx1"/>
                </a:solidFill>
              </a:rPr>
              <a:t>pptx-viewer parses the OOXML package and renders each slide to DOM/SVG in the browser. No conversion, no PDF.</a:t>
            </a:r>
          </a:p>
        </p:txBody>
      </p:sp>
      <p:sp>
        <p:nvSpPr>
          <p:cNvPr id="4" name="Accent"/>
          <p:cNvSpPr/>
        </p:nvSpPr>
        <p:spPr>
          <a:solidFill>
            <a:schemeClr val="accent3"/>
          </a:solidFill>
          <a:xfrm>
            <a:off x="8625840" y="304800"/>
            <a:ext cx="106680" cy="6705600"/>
          </a:xfrm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304800"/>
            <a:ext cx="11277600" cy="1219200"/>
          </a:xfrm>
        </p:spPr>
        <p:txBody>
          <a:bodyPr/>
          <a:lstStyle/>
          <a:p>
            <a:r>
              <a:rPr lang="en-US" sz="4400" b="1">
                <a:solidFill>
                  <a:schemeClr val="tx1"/>
                </a:solidFill>
              </a:rPr>
              <a:t>Tight integration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267200"/>
          </a:xfrm>
        </p:spPr>
        <p:txBody>
          <a:bodyPr/>
          <a:lstStyle/>
          <a:p>
            <a:r>
              <a:rPr lang="en-US" sz="2400">
                <a:solidFill>
                  <a:schemeClr val="tx1"/>
                </a:solidFill>
              </a:rPr>
              <a:t>Slides mount into the shared paged-document controller, so navigation, zoom, fit and single-page mode come free.</a:t>
            </a:r>
          </a:p>
        </p:txBody>
      </p:sp>
      <p:sp>
        <p:nvSpPr>
          <p:cNvPr id="4" name="Accent"/>
          <p:cNvSpPr/>
        </p:nvSpPr>
        <p:spPr>
          <a:solidFill>
            <a:schemeClr val="accent2"/>
          </a:solidFill>
          <a:xfrm>
            <a:off x="8625840" y="304800"/>
            <a:ext cx="106680" cy="6705600"/>
          </a:xfrm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eview-file">
  <a:themeElements>
    <a:clrScheme name="preview-file">
      <a:dk1>
        <a:srgbClr val="1F2937"/>
      </a:dk1>
      <a:lt1>
        <a:srgbClr val="FFFFFF"/>
      </a:lt1>
      <a:dk2>
        <a:srgbClr val="374151"/>
      </a:dk2>
      <a:lt2>
        <a:srgbClr val="F3F4F6"/>
      </a:lt2>
      <a:accent1>
        <a:srgbClr val="2563EB"/>
      </a:accent1>
      <a:accent2>
        <a:srgbClr val="16A34A"/>
      </a:accent2>
      <a:accent3>
        <a:srgbClr val="EA580C"/>
      </a:accent3>
      <a:accent4>
        <a:srgbClr val="DB2777"/>
      </a:accent4>
      <a:accent5>
        <a:srgbClr val="9333EA"/>
      </a:accent5>
      <a:accent6>
        <a:srgbClr val="0891B2"/>
      </a:accent6>
      <a:hlink>
        <a:srgbClr val="2563EB"/>
      </a:hlink>
      <a:folHlink>
        <a:srgbClr val="9333EA"/>
      </a:folHlink>
    </a:clrScheme>
    <a:fontScheme name="preview-fi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eview-fi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preview-file demo</dc:title>
  <dc:creator>preview-file</dc:creator>
  <dcterms:created xsi:type="dcterms:W3CDTF">2026-09-18T00:00:00Z</dcterms:created>
</cp:coreProperties>
</file>